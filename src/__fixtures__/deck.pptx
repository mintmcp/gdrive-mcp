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gdrive-mcp create_file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/>
              <a:t>Uploaded as .pptx, converted to Google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